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484" y="1549749"/>
            <a:ext cx="12191999" cy="52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676075" y="525275"/>
            <a:ext cx="92088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Schema circuite incalzire pardoseala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855356" y="-88686"/>
            <a:ext cx="303775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Robinet 1 </a:t>
            </a:r>
            <a:endParaRPr/>
          </a:p>
        </p:txBody>
      </p:sp>
      <p:pic>
        <p:nvPicPr>
          <p:cNvPr id="91" name="Google Shape;9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88269"/>
            <a:ext cx="11887200" cy="5098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855356" y="-88686"/>
            <a:ext cx="303775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Robinet 2 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71212"/>
            <a:ext cx="12192001" cy="511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/>
          <p:nvPr/>
        </p:nvSpPr>
        <p:spPr>
          <a:xfrm>
            <a:off x="855356" y="-88686"/>
            <a:ext cx="303775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Robinet 3 </a:t>
            </a:r>
            <a:endParaRPr/>
          </a:p>
        </p:txBody>
      </p:sp>
      <p:pic>
        <p:nvPicPr>
          <p:cNvPr id="103" name="Google Shape;1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95014"/>
            <a:ext cx="12192001" cy="526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/>
          <p:nvPr/>
        </p:nvSpPr>
        <p:spPr>
          <a:xfrm>
            <a:off x="855356" y="-88686"/>
            <a:ext cx="303775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Robinet 4 </a:t>
            </a:r>
            <a:endParaRPr/>
          </a:p>
        </p:txBody>
      </p:sp>
      <p:pic>
        <p:nvPicPr>
          <p:cNvPr id="109" name="Google Shape;1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95817"/>
            <a:ext cx="12192000" cy="5266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/>
          <p:nvPr/>
        </p:nvSpPr>
        <p:spPr>
          <a:xfrm>
            <a:off x="855356" y="-88686"/>
            <a:ext cx="303775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Robinet 5 </a:t>
            </a:r>
            <a:endParaRPr/>
          </a:p>
        </p:txBody>
      </p:sp>
      <p:pic>
        <p:nvPicPr>
          <p:cNvPr id="115" name="Google Shape;1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26870"/>
            <a:ext cx="12192001" cy="5204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>
            <a:off x="855356" y="-88686"/>
            <a:ext cx="303775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Robinet 6 </a:t>
            </a:r>
            <a:endParaRPr/>
          </a:p>
        </p:txBody>
      </p:sp>
      <p:pic>
        <p:nvPicPr>
          <p:cNvPr id="121" name="Google Shape;12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32889"/>
            <a:ext cx="12192000" cy="5192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/>
          <p:nvPr/>
        </p:nvSpPr>
        <p:spPr>
          <a:xfrm>
            <a:off x="855356" y="-88686"/>
            <a:ext cx="303775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Robinet 7 </a:t>
            </a:r>
            <a:endParaRPr/>
          </a:p>
        </p:txBody>
      </p:sp>
      <p:pic>
        <p:nvPicPr>
          <p:cNvPr id="127" name="Google Shape;1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71212"/>
            <a:ext cx="12192001" cy="511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